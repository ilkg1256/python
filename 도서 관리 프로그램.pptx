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Noto Sans KR" panose="020B0200000000000000" pitchFamily="50" charset="-127"/>
      <p:regular r:id="rId17"/>
      <p:bold r:id="rId18"/>
    </p:embeddedFont>
    <p:embeddedFont>
      <p:font typeface="Noto Sans" panose="020B0502040204020203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1152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ae298d18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ae298d18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ae298d18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ae298d18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ae298d18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ae298d18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ae298d18f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ae298d18f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ae298d18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ae298d18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ae298d18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ae298d18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ae298d18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ae298d18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ae298d18f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ae298d18f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ae298d18f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ae298d18f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ec88f744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ec88f744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ec88f744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ec88f744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ae298d18f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ae298d18f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ec88f744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ec88f744e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0" b="1" dirty="0">
                <a:latin typeface="Noto Sans KR" panose="020B0200000000000000" pitchFamily="50" charset="-127"/>
                <a:ea typeface="Noto Sans KR" panose="020B0200000000000000" pitchFamily="50" charset="-127"/>
                <a:cs typeface="Noto Sans Black"/>
                <a:sym typeface="Noto Sans Black"/>
              </a:rPr>
              <a:t>도서 관리 프로그램</a:t>
            </a:r>
            <a:endParaRPr sz="4000" b="1" dirty="0">
              <a:latin typeface="Noto Sans KR" panose="020B0200000000000000" pitchFamily="50" charset="-127"/>
              <a:ea typeface="Noto Sans KR" panose="020B0200000000000000" pitchFamily="50" charset="-127"/>
              <a:cs typeface="Noto Sans Black"/>
              <a:sym typeface="Noto Sans Black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/>
              <a:t>2026864020 박성현</a:t>
            </a:r>
            <a:endParaRPr sz="2000"/>
          </a:p>
        </p:txBody>
      </p:sp>
      <p:pic>
        <p:nvPicPr>
          <p:cNvPr id="56" name="Google Shape;56;p13" title="book_ic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047" y="1465612"/>
            <a:ext cx="3103252" cy="221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latin typeface="Noto Sans"/>
                <a:ea typeface="Noto Sans"/>
                <a:cs typeface="Noto Sans"/>
                <a:sym typeface="Noto Sans"/>
              </a:rPr>
              <a:t>GitHub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l="19458" t="6674" r="34280" b="36288"/>
          <a:stretch/>
        </p:blipFill>
        <p:spPr>
          <a:xfrm>
            <a:off x="4169194" y="445025"/>
            <a:ext cx="4663107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l="31001" t="7638"/>
          <a:stretch/>
        </p:blipFill>
        <p:spPr>
          <a:xfrm>
            <a:off x="311700" y="445025"/>
            <a:ext cx="2487616" cy="412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/>
          </a:blip>
          <a:srcRect l="30954" t="7664"/>
          <a:stretch/>
        </p:blipFill>
        <p:spPr>
          <a:xfrm>
            <a:off x="3328175" y="447038"/>
            <a:ext cx="2487625" cy="4119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 title="스크린샷_11-6-2026_11451_github.com.jpeg"/>
          <p:cNvPicPr preferRelativeResize="0"/>
          <p:nvPr/>
        </p:nvPicPr>
        <p:blipFill rotWithShape="1">
          <a:blip r:embed="rId5">
            <a:alphaModFix/>
          </a:blip>
          <a:srcRect l="24248" t="7741"/>
          <a:stretch/>
        </p:blipFill>
        <p:spPr>
          <a:xfrm>
            <a:off x="6100798" y="445025"/>
            <a:ext cx="2731503" cy="411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l="24823" t="7689"/>
          <a:stretch/>
        </p:blipFill>
        <p:spPr>
          <a:xfrm>
            <a:off x="311700" y="445025"/>
            <a:ext cx="2711806" cy="412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 rotWithShape="1">
          <a:blip r:embed="rId4">
            <a:alphaModFix/>
          </a:blip>
          <a:srcRect l="24676" t="7502"/>
          <a:stretch/>
        </p:blipFill>
        <p:spPr>
          <a:xfrm>
            <a:off x="3216100" y="445025"/>
            <a:ext cx="2711800" cy="412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5">
            <a:alphaModFix/>
          </a:blip>
          <a:srcRect l="24835" t="7851"/>
          <a:stretch/>
        </p:blipFill>
        <p:spPr>
          <a:xfrm>
            <a:off x="6120500" y="445025"/>
            <a:ext cx="2711800" cy="4117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</a:blip>
          <a:srcRect l="24693" t="7792"/>
          <a:stretch/>
        </p:blipFill>
        <p:spPr>
          <a:xfrm>
            <a:off x="311700" y="445025"/>
            <a:ext cx="2719772" cy="412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 rotWithShape="1">
          <a:blip r:embed="rId4">
            <a:alphaModFix/>
          </a:blip>
          <a:srcRect l="24551" t="7707"/>
          <a:stretch/>
        </p:blipFill>
        <p:spPr>
          <a:xfrm>
            <a:off x="3239025" y="445025"/>
            <a:ext cx="2719775" cy="4120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latin typeface="Noto Sans"/>
                <a:ea typeface="Noto Sans"/>
                <a:cs typeface="Noto Sans"/>
                <a:sym typeface="Noto Sans"/>
              </a:rPr>
              <a:t>도서 관리 프로그램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214" y="1152475"/>
            <a:ext cx="8053576" cy="4482925"/>
          </a:xfrm>
          <a:prstGeom prst="rect">
            <a:avLst/>
          </a:prstGeom>
          <a:noFill/>
          <a:ln>
            <a:noFill/>
          </a:ln>
          <a:effectLst>
            <a:outerShdw blurRad="57150" dist="952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latin typeface="Noto Sans"/>
                <a:ea typeface="Noto Sans"/>
                <a:cs typeface="Noto Sans"/>
                <a:sym typeface="Noto Sans"/>
              </a:rPr>
              <a:t>기능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●"/>
            </a:pPr>
            <a:r>
              <a:rPr lang="ko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책 검색</a:t>
            </a:r>
            <a:endParaRPr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●"/>
            </a:pPr>
            <a:r>
              <a:rPr lang="ko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책 추가</a:t>
            </a:r>
            <a:endParaRPr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●"/>
            </a:pPr>
            <a:r>
              <a:rPr lang="ko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책 삭제</a:t>
            </a:r>
            <a:endParaRPr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latin typeface="Noto Sans"/>
                <a:ea typeface="Noto Sans"/>
                <a:cs typeface="Noto Sans"/>
                <a:sym typeface="Noto Sans"/>
              </a:rPr>
              <a:t>제작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●"/>
            </a:pPr>
            <a:r>
              <a:rPr lang="ko" sz="1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책 목록은 딕셔너리로 저장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[</a:t>
            </a:r>
            <a:r>
              <a:rPr lang="ko" sz="1400"/>
              <a:t>{'Title': “동물 농장”, 'Author': “조지 오웰”, 'Publisher': “문학사”}, {'Title': “어린 왕자”, 'Author': “생텍쥐페리”, 'Publisher': “열린책들”}</a:t>
            </a:r>
            <a:r>
              <a:rPr lang="ko" sz="1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]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●"/>
            </a:pPr>
            <a:r>
              <a:rPr lang="ko" sz="1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검색, 추가, 삭제 기능은 함수로 각각 구현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●"/>
            </a:pPr>
            <a:r>
              <a:rPr lang="ko" sz="1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키워드로 검색 가능(ex. “동물”까지만 입력해도 “동물 농장”이 검색 결과에 나온다.)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 rotWithShape="1">
          <a:blip r:embed="rId3">
            <a:alphaModFix/>
          </a:blip>
          <a:srcRect l="2665" t="7902" r="50005"/>
          <a:stretch/>
        </p:blipFill>
        <p:spPr>
          <a:xfrm>
            <a:off x="4572000" y="445013"/>
            <a:ext cx="4056627" cy="473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16" name="Google Shape;116;p21" title="스크린샷 2026-06-11 1135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0837" y="422600"/>
            <a:ext cx="6682322" cy="414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latin typeface="Noto Sans"/>
                <a:ea typeface="Noto Sans"/>
                <a:cs typeface="Noto Sans"/>
                <a:sym typeface="Noto Sans"/>
              </a:rPr>
              <a:t>GUI 구현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●"/>
            </a:pPr>
            <a:r>
              <a:rPr lang="ko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tkinter</a:t>
            </a:r>
            <a:r>
              <a:rPr lang="ko" sz="1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사용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●"/>
            </a:pPr>
            <a:r>
              <a:rPr lang="ko" sz="1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검색창 구현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●"/>
            </a:pPr>
            <a:r>
              <a:rPr lang="ko" sz="1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검색 결과 화면 구현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23" name="Google Shape;123;p22"/>
          <p:cNvPicPr preferRelativeResize="0"/>
          <p:nvPr/>
        </p:nvPicPr>
        <p:blipFill rotWithShape="1">
          <a:blip r:embed="rId3">
            <a:alphaModFix/>
          </a:blip>
          <a:srcRect r="11064"/>
          <a:stretch/>
        </p:blipFill>
        <p:spPr>
          <a:xfrm>
            <a:off x="4572001" y="1152475"/>
            <a:ext cx="4572001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0" name="Google Shape;130;p23" title="스크린샷 2026-06-11 1856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1019" y="445025"/>
            <a:ext cx="7064306" cy="414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2325" y="445025"/>
            <a:ext cx="7026625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latin typeface="Noto Sans"/>
                <a:ea typeface="Noto Sans"/>
                <a:cs typeface="Noto Sans"/>
                <a:sym typeface="Noto Sans"/>
              </a:rPr>
              <a:t>총평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3" name="Google Shape;143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GitHub: 12/15점</a:t>
            </a:r>
            <a:endParaRPr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프로그램: 15/15점</a:t>
            </a:r>
            <a:endParaRPr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 dirty="0">
                <a:latin typeface="Noto Sans"/>
                <a:ea typeface="Noto Sans"/>
                <a:cs typeface="Noto Sans"/>
                <a:sym typeface="Noto Sans"/>
              </a:rPr>
              <a:t>The End</a:t>
            </a:r>
            <a:endParaRPr b="1" dirty="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화면 슬라이드 쇼(16:9)</PresentationFormat>
  <Paragraphs>21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Arial</vt:lpstr>
      <vt:lpstr>Noto Sans KR</vt:lpstr>
      <vt:lpstr>Noto Sans</vt:lpstr>
      <vt:lpstr>Courier New</vt:lpstr>
      <vt:lpstr>Simple Light</vt:lpstr>
      <vt:lpstr>도서 관리 프로그램</vt:lpstr>
      <vt:lpstr>GitHub</vt:lpstr>
      <vt:lpstr>PowerPoint 프레젠테이션</vt:lpstr>
      <vt:lpstr>PowerPoint 프레젠테이션</vt:lpstr>
      <vt:lpstr>PowerPoint 프레젠테이션</vt:lpstr>
      <vt:lpstr>도서 관리 프로그램</vt:lpstr>
      <vt:lpstr>기능</vt:lpstr>
      <vt:lpstr>제작</vt:lpstr>
      <vt:lpstr>PowerPoint 프레젠테이션</vt:lpstr>
      <vt:lpstr>GUI 구현</vt:lpstr>
      <vt:lpstr>PowerPoint 프레젠테이션</vt:lpstr>
      <vt:lpstr>PowerPoint 프레젠테이션</vt:lpstr>
      <vt:lpstr>총평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우진 송</cp:lastModifiedBy>
  <cp:revision>1</cp:revision>
  <dcterms:modified xsi:type="dcterms:W3CDTF">2026-06-12T00:05:44Z</dcterms:modified>
</cp:coreProperties>
</file>